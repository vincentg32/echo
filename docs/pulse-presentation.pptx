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PULSE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Centraliser et prioriser le feedback produit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Présentation finale · La Capsule · Mai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Vincent Granouillit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Programme Web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POINT DE DÉPART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Comment votre PM décide-t-il quoi build cette semaine 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318211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017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Sondage Slack rapide 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3822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mémoire (sélective) du PM 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446227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297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Une roadmap qui bouge tous les jours 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85800" y="510235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937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client qui crie le plus fort 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Pulse remplace les heuristiques par des votes utilisateurs.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PARTIE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 &amp; démarche audit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Comment c'est construit, et comment je l'ai stress-testé.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· Stack · Audit 4 axes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VUE D'ENSEMBLE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Comment tout s'emboîte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26280" y="2377440"/>
            <a:ext cx="3108960" cy="7772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26280" y="2468880"/>
            <a:ext cx="31089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Navigateur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26280" y="2766060"/>
            <a:ext cx="31089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Bob · Alice · Yasmine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80760" y="3154680"/>
            <a:ext cx="0" cy="41148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680460"/>
            <a:ext cx="1508760" cy="7772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71900"/>
            <a:ext cx="15087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15087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 + historique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4069080"/>
            <a:ext cx="32004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3680460"/>
            <a:ext cx="1691640" cy="7772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771900"/>
            <a:ext cx="16916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4069080"/>
            <a:ext cx="16916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Vérifications auto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60520" y="4069080"/>
            <a:ext cx="36576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26280" y="3611880"/>
            <a:ext cx="310896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776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Vercel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2628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Site en ligne · Next.js + TypeScript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4617720"/>
            <a:ext cx="0" cy="41148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5120640"/>
            <a:ext cx="2194560" cy="7772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44752" y="5212080"/>
            <a:ext cx="2194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Airtable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44752" y="5509260"/>
            <a:ext cx="2194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Données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03904" y="5120640"/>
            <a:ext cx="2194560" cy="7772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03904" y="5212080"/>
            <a:ext cx="2194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Resend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03904" y="5509260"/>
            <a:ext cx="2194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Emails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63056" y="5120640"/>
            <a:ext cx="2194560" cy="7772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5212080"/>
            <a:ext cx="2194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Redis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63056" y="5509260"/>
            <a:ext cx="2194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Anti-spam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22208" y="5120640"/>
            <a:ext cx="2194560" cy="7772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22208" y="5212080"/>
            <a:ext cx="2194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Sentry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22208" y="5509260"/>
            <a:ext cx="2194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Erreurs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STACK TECHNIQUE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 outils, en une vue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blocs qui s'emboîtent : du code source jusqu'à l'app en ligne, plus les services et l'assistant qui ont accéléré toute la chaîne.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0881360" cy="45720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834640"/>
            <a:ext cx="54864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 de l'app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Next.js · TypeScript · Tailwind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squelette qui gère pages, URLs, données. Le style écrit dans le code.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364992"/>
            <a:ext cx="10881360" cy="45720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364992"/>
            <a:ext cx="54864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649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 source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3364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 · GitHub Actions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33649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Une Google Docs pour le code, mémoire infinie. Un robot vérifie chaque modification.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95344"/>
            <a:ext cx="10881360" cy="45720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895344"/>
            <a:ext cx="54864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95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Mise en ligne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8953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Vercel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38953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Site en ligne en 30 secondes après chaque sauvegarde, sans configurer de serveur.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425696"/>
            <a:ext cx="10881360" cy="45720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425696"/>
            <a:ext cx="54864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4256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 de données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44256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Airtable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44256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Excel collaboratif branché à l'app. 5 tables (Users, Feedbacks, Votes, Notifs, Comments).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956048"/>
            <a:ext cx="10881360" cy="45720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956048"/>
            <a:ext cx="54864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9560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Services satellites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4956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Resend · Upstash Redis · Sentry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49560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Emails (vérification, reset). Anti-spam (rate limit). Détection d'erreurs en prod.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486400"/>
            <a:ext cx="54864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486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Assistant IA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74720" y="5486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5486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Génération de code, refactor, audit, debug. L'outil qui a fait chuter le ticket d'entrée pour un non-dev.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60807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Tout est gratuit (free tiers), connecté avec quelques clics dans des dashboards.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AUDIT · 1/4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Cybersécurité : ce qui protège l'app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Une app avec des comptes utilisateurs et des données privées doit être protégée contre les attaques classiques.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36576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461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Mots de passe protégés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chiffrés avec bcrypt, jamais lisibles même par moi.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36576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9319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Sessions sécurisées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cookie signé par le serveur, transmis en HTTPS, inaccessible au code de la page.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36576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6177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Anti-injection en masse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 bloqué après 5 essais en 1 minute. Signup, vote et reset password aussi limités.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303520"/>
            <a:ext cx="36576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3035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Vérification email + reset password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 d'inscription avec une adresse fictive. Liens à expiration courte, à usage unique.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 une fonctionnalité visible — un filet en arrière-plan, indispensable.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AUDIT · 2/4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: un code organisé pour évoluer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Une app qui doit pouvoir grandir, et être comprise par d'autres devs (ou moi-même dans 6 mois).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36576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461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 rangé par responsabilité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dossier pour les pages, un autre pour les données, un autre pour les utilitaires.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36576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9319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Helpers réutilisables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 morceaux de code répétés sont factorisés (ex : vérifier qu'un user est connecté = 1 fonction réutilisée 10 fois).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36576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6177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Cache des données fréquentes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 listes lues à chaque page sont mises en cache, et invalidées proprement à la moindre modification.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303520"/>
            <a:ext cx="36576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3035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Constantes centralisées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durées, tailles, identifiants de cookie regroupés dans un seul fichier de config.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code peut être lu, repris et étendu sans tout réapprendre.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AUDIT · 3/4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Qualité du code : un filet de sécurité automatique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Pour ne pas casser ce qui marche en ajoutant de nouvelles fonctionnalités.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36576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461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Vérification automatique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à chaque modification, des robots vérifient le code (compile-t-il ? respecte-t-il les règles ? ne casse-t-il rien ?).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36576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9319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 erreur, 0 warning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sur 3 000+ lignes de code. Si je dévie, l'éditeur me crie dessus avant que ça parte en ligne.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36576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6177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tests qui simulent des utilisateurs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signup, vote, anti-double-vote, permissions, kanban — tournent à chaque modification.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303520"/>
            <a:ext cx="36576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3035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Historique propre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70+ modifications avec messages explicites. Je peux remonter dans le temps en 2 clics.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Vert ou rouge en 1 minute. Le filet attrape les bugs avant les utilisateurs.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AUDIT · 4/4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Accessibilité : utilisable par tous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Norme WCAG 2.1 AA — un standard international pour rendre un site utilisable par les personnes en situation de handicap.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36576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461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Navigation au clavier visible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cercle de focus apparaît sur l'élément actif quand on appuie sur Tab.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36576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9319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Lien d'évitement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"Aller au contenu principal" pour les lecteurs d'écran qui peuvent sauter le menu.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36576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6177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Contraste validé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 couleurs sont assez contrastées pour rester lisibles, y compris pour les personnes malvoyantes.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303520"/>
            <a:ext cx="36576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30352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Animations respectueuses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 confettis (et autres animations) sont coupés pour les personnes sensibles aux mouvements (option système).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Audit complet documenté dans le README — items identifiés, traités, justifiés.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PARTIE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L'outil &amp; le retour d'expérience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Vision · fonctionnalités · ce que j'ai appris en codant.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part du problème, pas des features.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Pulse résout un problème simple : centraliser et prioriser le feedback produit, sans biais.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36576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00400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Une seule source de vérité — </a:t>
            </a:r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fini Slack + Notion + emails + tickets éparpillés. Tout arrive au même endroit, structuré.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36576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069080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vote utilisateur fait la priorité — </a:t>
            </a:r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 le client qui crie le plus fort, pas la mémoire du PM. La donnée tranche.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937760"/>
            <a:ext cx="36576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937760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Transparence du processus — </a:t>
            </a:r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créateur du feedback est notifié à chaque étape : pris dans le backlog, en cours, livré.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Chaque fonctionnalité ajoutée résout un de ces 3 principes. Pas de feature gadget.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FONCTIONNALITÉS · VERSION A · PAR PERSONA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profils, 3 problèmes résolus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Chaque persona a son propre parcours dans l'app, avec les fonctionnalités qui résolvent son problème.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3383280" cy="274320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200400"/>
            <a:ext cx="338328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Bob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Utilisateur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434340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Soumettre une idée (titre, description, type)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0120" y="475488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617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Voter sur les feedbacks (1 vote / feedback)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0120" y="516636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5029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Suivre l'avancement via notifications + commentaires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Résout — </a:t>
            </a:r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 plus envoyer ses idées dans le vide. Voir ce qui devient une feature, et quand.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3200400"/>
            <a:ext cx="3383280" cy="274320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3200400"/>
            <a:ext cx="338328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Yasmine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61772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Développeuse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434340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Vue kanban dédiée (à faire / en cours / review / livré)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475488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4617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Drag-drop avec assignation auto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516636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5029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 au créateur à chaque changement de statut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Résout — </a:t>
            </a:r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Avoir une vue claire de ce qu'on doit construire, dans quel ordre, en cohérence avec les votes.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0" y="3200400"/>
            <a:ext cx="3383280" cy="274320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3200400"/>
            <a:ext cx="338328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Alice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27532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Admin produit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75320" y="434340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Tableau de bord (KPIs, graphiques, top votes)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75320" y="475488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200" y="4617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Modération (envoyer au backlog, supprimer)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75320" y="516636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58200" y="5029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Vue tabbed : vue d'ensemble + liste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75320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Résout — </a:t>
            </a:r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Décider quoi prioriser à partir de données réelles, pas d'intuition ni de mémoire.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FONCTIONNALITÉS · VERSION B · PAR CATÉGORIE PRODUIT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piliers : cœur, workflow, expérience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Cœur produit : la mécanique. Workflow équipe : le suivi. Expérience : le confort d'usage.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3383280" cy="274320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200400"/>
            <a:ext cx="338328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Cœur produit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minimum vital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434340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Soumission de feedback (titre, description, type)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0120" y="475488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617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Système de vote 1 user = 1 vote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0120" y="516636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5029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Liste triée par votes (tri émergent)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Résout — </a:t>
            </a:r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Sans ça, pas de produit. Le minimum pour valider la promesse.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3200400"/>
            <a:ext cx="3383280" cy="274320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3200400"/>
            <a:ext cx="338328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Workflow équipe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61772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 feedback au livrable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434340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Kanban dev (drag-drop, assignations)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475488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4617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 admin (KPIs, charts)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516636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5029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Notifications de statut + commentaires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Résout — </a:t>
            </a:r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Transforme une liste passive en pipeline actif suivi par toute l'équipe.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0" y="3200400"/>
            <a:ext cx="3383280" cy="274320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3200400"/>
            <a:ext cx="338328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Expérience utilisateur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27532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confort qui retient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75320" y="434340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 sombre + toggle persistant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75320" y="475488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200" y="4617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Mobile responsive (desktop + smartphone)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75320" y="5166360"/>
            <a:ext cx="91440" cy="91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58200" y="5029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Toasts sur toutes les actions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75320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Résout — </a:t>
            </a:r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Sans ça, l'utilisateur fuit après 2 visites. Avec, il revient.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RETOUR D'EXPÉRIENCE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Coder en direct + IA  vs  Bubble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J'ai pris la route du code direct, recommandée pour les profils dev. Voici ce que j'y ai gagné et ce que ça m'a coûté.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521208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Coder direct + IA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Tu te concentres sur le produit, pas sur les clics de config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Le code t'appartient — récupérable, évolutif, transmissible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5156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Tout est customisable (apparence, interactions, fonctions)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51560" y="5120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Compétence réutilisable sur tes prochains projets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51560" y="5669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Petite courbe au départ (terminal, GitHub) — l'IA réduit énormément cette barrière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108960"/>
            <a:ext cx="5212080" cy="320040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Bubble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3796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Pas d'environnement à installer, tout dans le navigateur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Plan gratuit pour démarrer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Si tu connais déjà l'outil, rapide à mettre en route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50292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🔒 Tu es enfermé dans Bubble — code non récupérable. Migration = tout réécrire.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37960" y="53400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Compétence ultra-spécialisée à Bubble, pas portable ailleurs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37960" y="5650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Limité dès qu'on veut une fonctionnalité sur mesure (ex : kanban Pulse)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59618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Tarif grimpe vite quand l'app prend de l'ampleur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QUAND CHOISIR LEQUEL 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cas, et un timing qui change tout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31720"/>
            <a:ext cx="3383280" cy="16916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31720"/>
            <a:ext cx="3383280" cy="45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4963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barrière a chuté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Pour les non-devs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3200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L'IA générative a fait tomber la complexité. Un non-dev peut maintenant construire un vrai produit, pas un Bubble bricolé.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2331720"/>
            <a:ext cx="3383280" cy="16916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331720"/>
            <a:ext cx="3383280" cy="45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4963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Focus produit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 la plomberie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3200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Avec l'IA tu décris ce que tu veux, ça génère, tu pilotes. Bubble demande beaucoup de clics juste pour avoir le squelette.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383280" cy="16916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331720"/>
            <a:ext cx="3383280" cy="45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4963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Compétence durable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Autonomie PM / CP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75320" y="3200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 sors avec une méthode réutilisable sur tes prochains projets. Pas verrouillée à un outil propriétaire.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Timing Pulse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(mesuré sur git, écarts &gt; 1h entre commits exclus comme pauses)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554480" y="5394960"/>
            <a:ext cx="9052560" cy="0"/>
          </a:xfrm>
          <a:prstGeom prst="line">
            <a:avLst/>
          </a:prstGeom>
          <a:noFill/>
          <a:ln w="25400">
            <a:solidFill>
              <a:srgbClr val="D8D8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17320" y="5257800"/>
            <a:ext cx="274320" cy="2743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17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~1h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82880" y="5623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Premier signup réussi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(prep + code)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5257800"/>
            <a:ext cx="274320" cy="2743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4617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~3h30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709160" y="5623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V1 polishée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(landing, filtres, toasts)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469880" y="5257800"/>
            <a:ext cx="274320" cy="2743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0" y="4617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~12h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9235440" y="5623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Pulse complet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235440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(sur 4 jours calendaires)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77440"/>
            <a:ext cx="12161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 ?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715000" y="4023360"/>
            <a:ext cx="73152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3891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github.com/VincentG32/pulse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585216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Vincent Granouillit · La Capsule · Mai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Présentation finale</dc:title>
  <dc:subject>PptxGenJS Presentation</dc:subject>
  <dc:creator>Vincent Granouillit</dc:creator>
  <cp:lastModifiedBy>Vincent Granouillit</cp:lastModifiedBy>
  <cp:revision>1</cp:revision>
  <dcterms:created xsi:type="dcterms:W3CDTF">2026-05-09T09:38:58Z</dcterms:created>
  <dcterms:modified xsi:type="dcterms:W3CDTF">2026-05-09T09:38:58Z</dcterms:modified>
</cp:coreProperties>
</file>