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PULSE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Centraliser et prioriser le feedback produit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40080" y="3840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Présentation finale · La Capsule · Mai 2026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5852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Vincent Granouillit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6217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Programme Web Development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POINT DE DÉPART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Comment votre PM décide-t-il quoi build cette semaine ?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3182112"/>
            <a:ext cx="164592" cy="164592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30175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Sondage Slack rapide ?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85800" y="3822192"/>
            <a:ext cx="164592" cy="164592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3657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 mémoire (sélective) du PM ?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85800" y="4462272"/>
            <a:ext cx="164592" cy="164592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429768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Une roadmap qui bouge tous les jours ?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85800" y="5102352"/>
            <a:ext cx="164592" cy="164592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4937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client qui crie le plus fort ?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0080" y="55778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Pulse remplace les heuristiques par des votes utilisateurs.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 / 15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945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PARTIE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274320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 stack expliquée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8C8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Comment c'est construit, expliqué pour des non-tech.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 minutes · 5 blocs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VUE D'ENSEMBLE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Comment tout s'emboîte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26280" y="2377440"/>
            <a:ext cx="3108960" cy="7772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26280" y="2468880"/>
            <a:ext cx="31089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Navigateur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26280" y="2766060"/>
            <a:ext cx="31089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Bob · Alice · Yasmine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80760" y="3154680"/>
            <a:ext cx="0" cy="411480"/>
          </a:xfrm>
          <a:prstGeom prst="line">
            <a:avLst/>
          </a:prstGeom>
          <a:noFill/>
          <a:ln w="12700">
            <a:solidFill>
              <a:srgbClr val="5A5A5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3680460"/>
            <a:ext cx="1508760" cy="7772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771900"/>
            <a:ext cx="15087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4069080"/>
            <a:ext cx="15087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Code + historique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148840" y="4069080"/>
            <a:ext cx="320040" cy="0"/>
          </a:xfrm>
          <a:prstGeom prst="line">
            <a:avLst/>
          </a:prstGeom>
          <a:noFill/>
          <a:ln w="12700">
            <a:solidFill>
              <a:srgbClr val="5A5A5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468880" y="3680460"/>
            <a:ext cx="1691640" cy="7772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68880" y="3771900"/>
            <a:ext cx="169164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 Actions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468880" y="4069080"/>
            <a:ext cx="169164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Vérifications auto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60520" y="4069080"/>
            <a:ext cx="365760" cy="0"/>
          </a:xfrm>
          <a:prstGeom prst="line">
            <a:avLst/>
          </a:prstGeom>
          <a:noFill/>
          <a:ln w="12700">
            <a:solidFill>
              <a:srgbClr val="5A5A5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26280" y="3611880"/>
            <a:ext cx="3108960" cy="100584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26280" y="37764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Vercel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526280" y="41605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C8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Site en ligne · Next.js + TypeScript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080760" y="4617720"/>
            <a:ext cx="0" cy="411480"/>
          </a:xfrm>
          <a:prstGeom prst="line">
            <a:avLst/>
          </a:prstGeom>
          <a:noFill/>
          <a:ln w="12700">
            <a:solidFill>
              <a:srgbClr val="5A5A5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44752" y="5120640"/>
            <a:ext cx="2194560" cy="7772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44752" y="5212080"/>
            <a:ext cx="21945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Airtable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444752" y="5509260"/>
            <a:ext cx="21945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Données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803904" y="5120640"/>
            <a:ext cx="2194560" cy="7772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03904" y="5212080"/>
            <a:ext cx="21945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Resend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803904" y="5509260"/>
            <a:ext cx="21945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Emails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163056" y="5120640"/>
            <a:ext cx="2194560" cy="7772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63056" y="5212080"/>
            <a:ext cx="21945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Redis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163056" y="5509260"/>
            <a:ext cx="21945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Anti-spam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522208" y="5120640"/>
            <a:ext cx="2194560" cy="7772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22208" y="5212080"/>
            <a:ext cx="21945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Sentry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522208" y="5509260"/>
            <a:ext cx="21945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Erreurs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 / 15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BLOC 1 / 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code de l'app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860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Next.js + TypeScript + Tailwind — la matière première de l'app.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3383280"/>
            <a:ext cx="36576" cy="5029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3383280"/>
            <a:ext cx="10652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Next.js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squelette qui gère URLs, pages, communication base de données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4160520"/>
            <a:ext cx="36576" cy="5029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4160520"/>
            <a:ext cx="10652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TypeScript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 correcteur orthographique pour les bugs avant qu'ils partent en prod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937760"/>
            <a:ext cx="36576" cy="5029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937760"/>
            <a:ext cx="10652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Tailwind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style écrit directement dans le code, plus rapide et plus cohérent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Sans ces 3 outils : framework maison, code sans filet, ~2 jours perdus sur des bugs visuels.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 / 15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BLOC 2 / 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860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Une Google Docs pour le code, avec une mémoire infinie.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3383280"/>
            <a:ext cx="36576" cy="5029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3383280"/>
            <a:ext cx="10652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Sauvegarde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chaque modification est datée, signée, retrouvable en 2 clics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4160520"/>
            <a:ext cx="36576" cy="5029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4160520"/>
            <a:ext cx="10652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Historique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l'évolution du projet jour après jour, 60+ commits scopés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937760"/>
            <a:ext cx="36576" cy="5029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937760"/>
            <a:ext cx="10652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 Actions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 robot qui vérifie chaque commit (compile + lint + build)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Vert ou rouge en 1 minute. Filet de sécurité avant toute mise en ligne.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06 / 15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BLOC 3 / 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Vercel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860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L'endroit où l'app est en ligne — sans configurer de serveur.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3383280"/>
            <a:ext cx="36576" cy="5029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3383280"/>
            <a:ext cx="10652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Hébergement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pas de serveur à louer, pas de HTTPS à gérer, pas de mise en prod manuelle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4160520"/>
            <a:ext cx="36576" cy="5029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4160520"/>
            <a:ext cx="10652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Connecté à GitHub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 push → 30 secondes → site mis à jour en ligne automatiquement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937760"/>
            <a:ext cx="36576" cy="5029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937760"/>
            <a:ext cx="10652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Preview URLs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chaque branche a sa propre URL pour tester avant de merger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Sans ça : un week-end de plomberie pour déployer un simple site.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07 / 15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BLOC 4 / 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Airtable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860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 base de données — un Excel collaboratif en ligne, branché à mon app.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3383280"/>
            <a:ext cx="36576" cy="5029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3383280"/>
            <a:ext cx="10652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 tables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Users · Feedbacks · Votes · Notifications · Comments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4160520"/>
            <a:ext cx="36576" cy="5029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4160520"/>
            <a:ext cx="10652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Debug rapide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j'ouvre Airtable directement pour voir, corriger ou supprimer une donnée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937760"/>
            <a:ext cx="36576" cy="5029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937760"/>
            <a:ext cx="10652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Free tier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suffisant pour 10-20 users, limites assumées et documentées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Plan de migration vers Postgres documenté dans le README pour la V3.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08 / 15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BLOC 5 / 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Services satellites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860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Trois services qui font chacun une chose mieux que je ne saurais le faire.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3246120"/>
            <a:ext cx="3383280" cy="246888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3246120"/>
            <a:ext cx="3383280" cy="54864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34290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Resend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0120" y="3840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Envoi d'emails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60120" y="429768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Vérification compte + reset password. Gère délivrabilité, spam folder, serveurs SMTP à ma place.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89120" y="3246120"/>
            <a:ext cx="3383280" cy="246888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3246120"/>
            <a:ext cx="3383280" cy="54864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34290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Upstash Redis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617720" y="3840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Anti-spam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17720" y="429768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Bloque après 5 tentatives de login en moins d'une minute. Invisible pour les vrais users, brutal pour les attaquants.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046720" y="3246120"/>
            <a:ext cx="3383280" cy="246888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6720" y="3246120"/>
            <a:ext cx="3383280" cy="54864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75320" y="34290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Sentry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275320" y="3840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Détecteur d'erreurs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275320" y="429768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 une page plante chez un vrai utilisateur, je reçois un email avec la cause exacte et la ligne de code.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Tous gracieusement dégradés — sans clés d'API, l'app continue de tourner.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09 / 15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AUDIT INTERNE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Stress-testé sur 4 axes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860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Audit que je me suis imposé à mi-parcours. Sur chaque axe : écarts identifiés, correctifs livrés, le tout documenté dans le README.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3246120"/>
            <a:ext cx="2468880" cy="274320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3246120"/>
            <a:ext cx="2468880" cy="54864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34290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37490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Cybersécurité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960120" y="4416552"/>
            <a:ext cx="91440" cy="9144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43000" y="42976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bcrypt + cookie JWT signé httpOnly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960120" y="4965192"/>
            <a:ext cx="91440" cy="9144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43000" y="48463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Rate limiting per-IP : anti-injection en masse de comptes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60120" y="5513832"/>
            <a:ext cx="91440" cy="9144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43000" y="53949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Vérification email + reset password (Resend)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474720" y="3246120"/>
            <a:ext cx="2468880" cy="274320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74720" y="3246120"/>
            <a:ext cx="2468880" cy="54864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3320" y="34290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703320" y="37490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Architecture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3703320" y="4416552"/>
            <a:ext cx="91440" cy="9144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86200" y="42976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Service layer Airtable splitté par domaine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703320" y="4965192"/>
            <a:ext cx="91440" cy="9144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86200" y="48463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Helpers réutilisables : requireAuth, useApiMutation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703320" y="5513832"/>
            <a:ext cx="91440" cy="9144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86200" y="53949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Cache + invalidation par tag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217920" y="3246120"/>
            <a:ext cx="2468880" cy="274320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17920" y="3246120"/>
            <a:ext cx="2468880" cy="54864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46520" y="34290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446520" y="37490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Qualité du code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6446520" y="4416552"/>
            <a:ext cx="91440" cy="9144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29400" y="42976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 erreur TypeScript, 0 warning ESLint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446520" y="4965192"/>
            <a:ext cx="91440" cy="9144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29400" y="48463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 tests E2E Playwright + CI verte à chaque PR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446520" y="5513832"/>
            <a:ext cx="91440" cy="9144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29400" y="53949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Constantes centralisées, magic numbers éliminés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961120" y="3246120"/>
            <a:ext cx="2468880" cy="274320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961120" y="3246120"/>
            <a:ext cx="2468880" cy="54864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89720" y="34290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189720" y="37490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Accessibilité</a:t>
            </a:r>
            <a:endParaRPr lang="en-US" sz="1700" dirty="0"/>
          </a:p>
        </p:txBody>
      </p:sp>
      <p:sp>
        <p:nvSpPr>
          <p:cNvPr id="40" name="Shape 38"/>
          <p:cNvSpPr/>
          <p:nvPr/>
        </p:nvSpPr>
        <p:spPr>
          <a:xfrm>
            <a:off x="9189720" y="4416552"/>
            <a:ext cx="91440" cy="9144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372600" y="42976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Cible WCAG 2.1 AA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9189720" y="4965192"/>
            <a:ext cx="91440" cy="9144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372600" y="48463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Focus visible, skip-link, contraste AA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9189720" y="5513832"/>
            <a:ext cx="91440" cy="9144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372600" y="53949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role=alert sur erreurs, prefers-reduced-motion respecté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Pour chaque correctif livré : un commit dédié + une entrée dans le README.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 / 15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RÉCAPITULATIF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Pour résumer en une phrase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560320"/>
            <a:ext cx="108813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 </a:t>
            </a:r>
            <a:pPr indent="0" marL="0">
              <a:spcAft>
                <a:spcPts val="600"/>
              </a:spcAft>
              <a:buNone/>
            </a:pPr>
            <a:r>
              <a:rPr lang="en-US" sz="26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stocke le code,
</a:t>
            </a:r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Vercel </a:t>
            </a:r>
            <a:pPr indent="0" marL="0">
              <a:spcAft>
                <a:spcPts val="600"/>
              </a:spcAft>
              <a:buNone/>
            </a:pPr>
            <a:r>
              <a:rPr lang="en-US" sz="26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met en ligne,
</a:t>
            </a:r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Next.js </a:t>
            </a:r>
            <a:pPr indent="0" marL="0">
              <a:spcAft>
                <a:spcPts val="600"/>
              </a:spcAft>
              <a:buNone/>
            </a:pPr>
            <a:r>
              <a:rPr lang="en-US" sz="26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fait tourner les pages,
</a:t>
            </a:r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Airtable </a:t>
            </a:r>
            <a:pPr indent="0" marL="0">
              <a:spcAft>
                <a:spcPts val="600"/>
              </a:spcAft>
              <a:buNone/>
            </a:pPr>
            <a:r>
              <a:rPr lang="en-US" sz="26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stocke les données,
</a:t>
            </a:r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Resend / Redis / Sentry </a:t>
            </a:r>
            <a:pPr indent="0" marL="0">
              <a:spcAft>
                <a:spcPts val="600"/>
              </a:spcAft>
              <a:buNone/>
            </a:pPr>
            <a:r>
              <a:rPr lang="en-US" sz="26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s'occupent des cas tordus.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Tout ça gratuit, moderne, interconnecté avec quelques clics.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 / 15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945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PARTIE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274320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Démo live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8C8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 minutes · 3 personas · 1 boucle complète.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Bob · Alice · Yasmine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DÉMO · CASTING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 personas, 3 onglets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743200"/>
            <a:ext cx="338328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743200"/>
            <a:ext cx="3383280" cy="54864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94436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Bob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60120" y="33832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Utilisateur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60120" y="3950208"/>
            <a:ext cx="109728" cy="109728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0" y="38404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Soumet une idée : “mode sombre”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60120" y="4453128"/>
            <a:ext cx="109728" cy="109728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0" y="434340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Vote sur un autre feedback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60120" y="4956048"/>
            <a:ext cx="109728" cy="109728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0" y="484632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Reçoit la notification de livraison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9120" y="2743200"/>
            <a:ext cx="338328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89120" y="2743200"/>
            <a:ext cx="3383280" cy="54864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17720" y="294436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Alice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617720" y="33832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Admin produit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17720" y="3950208"/>
            <a:ext cx="109728" cy="109728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46320" y="38404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Voit le tableau de bord (KPIs, charts)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617720" y="4453128"/>
            <a:ext cx="109728" cy="109728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0" y="434340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Identifie le top des votes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617720" y="4956048"/>
            <a:ext cx="109728" cy="109728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0" y="484632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Envoie l'idée au backlog dev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046720" y="2743200"/>
            <a:ext cx="338328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46720" y="2743200"/>
            <a:ext cx="3383280" cy="54864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75320" y="294436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Yasmine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8275320" y="33832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Développeuse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275320" y="3950208"/>
            <a:ext cx="109728" cy="109728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503920" y="38404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Prend le ticket dans le kanban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275320" y="4453128"/>
            <a:ext cx="109728" cy="109728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03920" y="434340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déplace : à faire → en cours → review → livré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275320" y="4956048"/>
            <a:ext cx="109728" cy="109728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503920" y="484632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🎉 Confetti quand c'est livré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Boucle complète : feedback → vote → priorisation → dev → notification.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13 / 15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RETOUR D'EXPÉRIENCE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Coder en direct vs Bubble — ce que j'ai appris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468880"/>
            <a:ext cx="5120640" cy="30175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274320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Avec le code direct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143000" y="3456432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333756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0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Vrai git workflow : commits, PRs, CI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143000" y="3913632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71600" y="379476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0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Sécurité serveur : cookies, JWT, rate limit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143000" y="4370832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71600" y="425196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0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Déploiement et monitoring prod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143000" y="4828032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71600" y="470916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0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Décisions d'architecture documentées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17920" y="2468880"/>
            <a:ext cx="5120640" cy="301752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37960" y="274320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Mais Bubble m'aurait épargné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537960" y="3456432"/>
            <a:ext cx="109728" cy="109728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6560" y="333756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L'authentification à la main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537960" y="3913632"/>
            <a:ext cx="109728" cy="109728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66560" y="379476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 configuration du CI/CD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537960" y="4370832"/>
            <a:ext cx="109728" cy="109728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66560" y="425196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debug à l'aveugle quand ça plante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537960" y="4828032"/>
            <a:ext cx="109728" cy="109728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66560" y="470916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maintien d'un schéma de base à jour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bon outil dépend du contexte.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14 / 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377440"/>
            <a:ext cx="12161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Questions ?</a:t>
            </a:r>
            <a:endParaRPr lang="en-US" sz="8000" dirty="0"/>
          </a:p>
        </p:txBody>
      </p:sp>
      <p:sp>
        <p:nvSpPr>
          <p:cNvPr id="3" name="Shape 1"/>
          <p:cNvSpPr/>
          <p:nvPr/>
        </p:nvSpPr>
        <p:spPr>
          <a:xfrm>
            <a:off x="5715000" y="4023360"/>
            <a:ext cx="73152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0" y="4389120"/>
            <a:ext cx="1216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github.com/VincentG32/pulse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0" y="5852160"/>
            <a:ext cx="1216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Vincent Granouillit · La Capsule · Mai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Pulse — Présentation finale</dc:title>
  <dc:subject>PptxGenJS Presentation</dc:subject>
  <dc:creator>Vincent Granouillit</dc:creator>
  <cp:lastModifiedBy>Vincent Granouillit</cp:lastModifiedBy>
  <cp:revision>1</cp:revision>
  <dcterms:created xsi:type="dcterms:W3CDTF">2026-05-09T07:48:05Z</dcterms:created>
  <dcterms:modified xsi:type="dcterms:W3CDTF">2026-05-09T07:48:05Z</dcterms:modified>
</cp:coreProperties>
</file>