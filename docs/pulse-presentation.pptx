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Centraliser et prioriser le feedback produit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Présentation finale · La Capsule · Mai 2026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Programme Web Development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POINT DE DÉPART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votre PM décide-t-il quoi build cette semaine ?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3182112"/>
            <a:ext cx="164592" cy="16459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017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Sondage Slack rapide 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85800" y="3822192"/>
            <a:ext cx="164592" cy="16459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mémoire (sélective) du PM 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5800" y="4462272"/>
            <a:ext cx="164592" cy="16459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2976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roadmap qui bouge tous les jours 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5800" y="5102352"/>
            <a:ext cx="164592" cy="164592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937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client qui crie le plus fort 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remplace les heuristiques par des votes utilisateurs.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Tech &amp; démarche audit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c'est construit, et comment je l'ai stress-testé.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· Stack · Audit 4 axes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D'ENSEMBLE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Comment tout s'emboîte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26280" y="2377440"/>
            <a:ext cx="3108960" cy="7772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26280" y="246888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Navigateur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26280" y="2766060"/>
            <a:ext cx="31089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 · Alice · Yasmine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0760" y="3154680"/>
            <a:ext cx="0" cy="411480"/>
          </a:xfrm>
          <a:prstGeom prst="line">
            <a:avLst/>
          </a:prstGeom>
          <a:noFill/>
          <a:ln w="12700">
            <a:solidFill>
              <a:srgbClr val="6B55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680460"/>
            <a:ext cx="1508760" cy="7772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77190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069080"/>
            <a:ext cx="15087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+ historique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148840" y="4069080"/>
            <a:ext cx="320040" cy="0"/>
          </a:xfrm>
          <a:prstGeom prst="line">
            <a:avLst/>
          </a:prstGeom>
          <a:noFill/>
          <a:ln w="12700">
            <a:solidFill>
              <a:srgbClr val="6B55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3680460"/>
            <a:ext cx="1691640" cy="7772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377190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Actions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68880" y="4069080"/>
            <a:ext cx="169164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Vérifications auto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60520" y="4069080"/>
            <a:ext cx="365760" cy="0"/>
          </a:xfrm>
          <a:prstGeom prst="line">
            <a:avLst/>
          </a:prstGeom>
          <a:noFill/>
          <a:ln w="12700">
            <a:solidFill>
              <a:srgbClr val="6B55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6280" y="3611880"/>
            <a:ext cx="3108960" cy="1005840"/>
          </a:xfrm>
          <a:prstGeom prst="rect">
            <a:avLst/>
          </a:prstGeom>
          <a:solidFill>
            <a:srgbClr val="7F1D1D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37764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2628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· Next.js + TypeScript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80760" y="4617720"/>
            <a:ext cx="0" cy="411480"/>
          </a:xfrm>
          <a:prstGeom prst="line">
            <a:avLst/>
          </a:prstGeom>
          <a:noFill/>
          <a:ln w="12700">
            <a:solidFill>
              <a:srgbClr val="6B555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44752" y="5120640"/>
            <a:ext cx="2194560" cy="7772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44752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44752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Données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803904" y="5120640"/>
            <a:ext cx="2194560" cy="7772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03904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803904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63056" y="5120640"/>
            <a:ext cx="2194560" cy="7772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63056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Redis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63056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Anti-spam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22208" y="5120640"/>
            <a:ext cx="2194560" cy="7772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22208" y="521208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Sentry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22208" y="5509260"/>
            <a:ext cx="2194560" cy="349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Erreurs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STACK TECHNIQUE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outils, en une vue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945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Six blocs qui s'emboîtent : du code source jusqu'à l'app en ligne, plus les services et l'assistant qui ont accéléré toute la chaîne.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881360" cy="457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834640"/>
            <a:ext cx="54864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34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de l'app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Next.js · TypeScript · Tailwind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834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squelette qui gère pages, URLs, données. Le style écrit dans le 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364992"/>
            <a:ext cx="10881360" cy="457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364992"/>
            <a:ext cx="54864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6499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source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33649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· GitHub Actions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0" y="33649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Google Docs pour le code, mémoire infinie. Un robot vérifie chaque modification.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95344"/>
            <a:ext cx="10881360" cy="457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895344"/>
            <a:ext cx="54864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8953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Mise en ligne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38953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Vercel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389534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Site en ligne en 30 secondes après chaque sauvegarde, sans configurer de serveur.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425696"/>
            <a:ext cx="10881360" cy="457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425696"/>
            <a:ext cx="54864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42569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Base de données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74720" y="442569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Airtable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44256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Excel collaboratif branché à l'app. 5 tables (Users, Feedbacks, Votes, Notifs, Comments).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4956048"/>
            <a:ext cx="10881360" cy="457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4956048"/>
            <a:ext cx="54864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56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satellites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74720" y="49560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Resend · Upstash Redis · Sentry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83680" y="49560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Emails (vérification, reset). Anti-spam (rate limit). Détection d'erreurs en prod.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5486400"/>
            <a:ext cx="54864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486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Assistant IA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74720" y="5486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Claude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8368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Génération de code, refactor, audit, debug. L'outil qui a fait chuter le ticket d'entrée pour un non-dev.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08076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Tout est gratuit (free tiers), connecté avec quelques clics dans des dashboards.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1/4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Cybersécurité : ce qui protège l'app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app avec des comptes utilisateurs et des données privées doit être protégée contre les attaques classiques.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Mots de passe protégés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chiffrés avec bcrypt, jamais lisibles même par moi.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Sessions sécurisées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cookie signé par le serveur, transmis en HTTPS, inaccessible au code de la page.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Anti-injection en masse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login bloqué après 5 essais en 1 minute. Signup, vote et reset password aussi limités.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email + reset password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d'inscription avec une adresse fictive. Liens à expiration courte, à usage unique.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une fonctionnalité visible — un filet en arrière-plan, indispensable.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2/4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Architecture : un code organisé pour évoluer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app qui doit pouvoir grandir, et être comprise par d'autres devs (ou moi-même dans 6 mois).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rangé par responsabilité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dossier pour les pages, un autre pour les données, un autre pour les utilitaires.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Helpers réutilisables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morceaux de code répétés sont factorisés (ex : vérifier qu'un user est connecté = 1 fonction réutilisée 10 fois).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Cache des données fréquentes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listes lues à chaque page sont mises en cache, et invalidées proprement à la moindre modification.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Constantes centralisées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durées, tailles, identifiants de cookie regroupés dans un seul fichier de config.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code peut être lu, repris et étendu sans tout réapprendre.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3/4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Qualité du code : un filet de sécurité automatique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ne pas casser ce qui marche en ajoutant de nouvelles fonctionnalités.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Vérification automatique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à chaque modification, des robots vérifient le code (compile-t-il ? respecte-t-il les règles ? ne casse-t-il rien ?).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 erreur, 0 warning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sur 3 000+ lignes de code. Si je dévie, l'éditeur me crie dessus avant que ça parte en ligne.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tests qui simulent des utilisateurs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signup, vote, anti-double-vote, permissions, kanban — tournent à chaque modification.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Historique propre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70+ modifications avec messages explicites. Je peux remonter dans le temps en 2 clics.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Vert ou rouge en 1 minute. Le filet attrape les bugs avant les utilisateurs.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· 4/4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Accessibilité : utilisable par tous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Norme WCAG 2.1 AA — un standard international pour rendre un site utilisable par les personnes en situation de handicap.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461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Navigation au clavier visible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 cercle de focus apparaît sur l'élément actif quand on appuie sur Tab.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9319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Lien d'évitement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"Aller au contenu principal" pour les lecteurs d'écran qui peuvent sauter le menu.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177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6177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Contraste validé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couleurs sont assez contrastées pour rester lisibles, y compris pour les personnes malvoyantes.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36576" cy="54864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03520"/>
            <a:ext cx="10652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Animations respectueuses — </a:t>
            </a:r>
            <a:pPr indent="0" marL="0">
              <a:buNone/>
            </a:pPr>
            <a:r>
              <a:rPr lang="en-US" sz="14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les confettis (et autres animations) sont coupés pour les personnes sensibles aux mouvements (option système).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Audit complet documenté dans le README — items identifiés, traités, justifiés.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94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PARTIE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L'outil &amp; le retour d'expérience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Vision · fonctionnalités · ce que j'ai appris en codant.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 part du problème, pas des features.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Pulse résout un problème simple : centraliser et prioriser le feedback produit, sans biais.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6576" cy="6858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200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Une seule source de vérité — </a:t>
            </a:r>
            <a:pPr indent="0" marL="0">
              <a:buNone/>
            </a:pPr>
            <a:r>
              <a:rPr lang="en-US" sz="15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fini Slack + Notion + emails + tickets éparpillés. Tout arrive au même endroit, structuré.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069080"/>
            <a:ext cx="36576" cy="6858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406908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vote utilisateur fait la priorité — </a:t>
            </a:r>
            <a:pPr indent="0" marL="0">
              <a:buNone/>
            </a:pPr>
            <a:r>
              <a:rPr lang="en-US" sz="15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le client qui crie le plus fort, pas la mémoire du PM. La donnée tranche.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937760"/>
            <a:ext cx="36576" cy="68580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93776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Transparence du processus — </a:t>
            </a:r>
            <a:pPr indent="0" marL="0">
              <a:buNone/>
            </a:pPr>
            <a:r>
              <a:rPr lang="en-US" sz="15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créateur du feedback est notifié à chaque étape : pris dans le backlog, en cours, livré.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fonctionnalité ajoutée résout un de ces 3 principes. Pas de feature gadget.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FONCTIONNALITÉS · VERSION A · PAR PERSONA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profils, 3 problèmes résolus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Chaque persona a son propre parcours dans l'app, avec les fonctionnalités qui résolvent son problème.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3383280" cy="2743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00400"/>
            <a:ext cx="3383280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Utilisateur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434340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Soumettre une idée (titre, description, type)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60120" y="475488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Voter sur les feedbacks (1 vote / feedback)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Suivre l'avancement via notifications + commentaires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01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 plus envoyer ses idées dans le vide. Voir ce qui devient une feature, et quand.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383280" cy="2743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3200400"/>
            <a:ext cx="3383280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Yasmine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6177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Développeuse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434340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kanban dédiée (à faire / en cours / review / livré)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17720" y="475488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Drag-drop avec assignation auto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17720" y="516636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 au créateur à chaque changement de statut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177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Avoir une vue claire de ce qu'on doit construire, dans quel ordre, en cohérence avec les votes.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46720" y="3200400"/>
            <a:ext cx="3383280" cy="2743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0" y="3200400"/>
            <a:ext cx="3383280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Alice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753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Admin produit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75320" y="434340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82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Tableau de bord (KPIs, graphiques, top votes)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75320" y="475488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Modération (envoyer au backlog, supprimer)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75320" y="516636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582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Vue tabbed : vue d'ensemble + liste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753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Décider quoi prioriser à partir de données réelles, pas d'intuition ni de mémoire.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FONCTIONNALITÉS · VERSION B · PAR CATÉGORIE PRODUIT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piliers : cœur, workflow, expérience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Cœur produit : la mécanique. Workflow équipe : le suivi. Expérience : le confort d'usage.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200400"/>
            <a:ext cx="3383280" cy="2743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00400"/>
            <a:ext cx="3383280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Cœur produit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minimum vital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60120" y="434340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Soumission de feedback (titre, description, type)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60120" y="475488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Système de vote 1 user = 1 vote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60120" y="516636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430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Liste triée par votes (tri émergent)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01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ça, pas de produit. Le minimum pour valider la promesse.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383280" cy="2743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9120" y="3200400"/>
            <a:ext cx="3383280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 équipe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6177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 feedback au livrable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17720" y="434340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Kanban dev (drag-drop, assignations)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17720" y="475488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admin (KPIs, charts)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17720" y="516636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Notifications de statut + commentaires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177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Transforme une liste passive en pipeline actif suivi par toute l'équipe.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46720" y="3200400"/>
            <a:ext cx="3383280" cy="27432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0" y="3200400"/>
            <a:ext cx="3383280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75320" y="33832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Expérience utilisateur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75320" y="3794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 confort qui retient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275320" y="434340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82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 sombre + toggle persistant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75320" y="475488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Mobile responsive (desktop + smartphone)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275320" y="5166360"/>
            <a:ext cx="91440" cy="9144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58200" y="5029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Toasts sur toutes les actions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75320" y="5532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Résout — </a:t>
            </a:r>
            <a:pPr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Sans ça, l'utilisateur fuit après 2 visites. Avec, il revient.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RETOUR D'EXPÉRIENCE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en direct + IA  vs  Bubble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J'ai pris la route du code direct, recommandée pour les profils dev. Voici ce que j'y ai gagné et ce que ça m'a coûté.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108960"/>
            <a:ext cx="5212080" cy="3200400"/>
          </a:xfrm>
          <a:prstGeom prst="rect">
            <a:avLst/>
          </a:prstGeom>
          <a:solidFill>
            <a:srgbClr val="7F1D1D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 direct + IA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Tu te concentres sur le produit, pas sur les clics de config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4297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Le code t'appartient — récupérable, évolutif, transmissible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515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Tout est customisable (apparence, interactions, fonctions)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51560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F0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Compétence réutilisable sur tes prochains projets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51560" y="5669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C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Petite courbe au départ (terminal, GitHub) — l'IA réduit énormément cette barrière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3108960"/>
            <a:ext cx="5212080" cy="320040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337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Bubble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3886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Pas d'environnement à installer, tout dans le navigateur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37960" y="4251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Plan gratuit pour démarrer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4617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 Si tu connais déjà l'outil, rapide à mettre en route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502920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🔒 Tu es enfermé dans Bubble — code non récupérable. Migration = tout réécrire.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37960" y="534009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Compétence ultra-spécialisée à Bubble, pas portable ailleurs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37960" y="56509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Limité dès qu'on veut une fonctionnalité sur mesure (ex : kanban Pulse)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5961888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✗  Tarif grimpe vite quand l'app prend de l'ampleur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QUAND CHOISIR LEQUEL ?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cas, et un timing qui change tout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4864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331720"/>
            <a:ext cx="3383280" cy="16916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331720"/>
            <a:ext cx="3383280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 barrière a chuté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Pour les non-devs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L'IA générative a fait tomber la complexité. Un non-dev peut maintenant construire un vrai produit, pas un Bubble bricolé.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2331720"/>
            <a:ext cx="3383280" cy="16916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2331720"/>
            <a:ext cx="3383280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Focus produit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Pas la plomberie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6177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Avec l'IA tu décris ce que tu veux, ça génère, tu pilotes. Bubble demande beaucoup de clics juste pour avoir le squelette.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6720" y="2331720"/>
            <a:ext cx="3383280" cy="1691640"/>
          </a:xfrm>
          <a:prstGeom prst="rect">
            <a:avLst/>
          </a:prstGeom>
          <a:solidFill>
            <a:srgbClr val="FBF4F5"/>
          </a:solidFill>
          <a:ln w="12700">
            <a:solidFill>
              <a:srgbClr val="ECD9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2331720"/>
            <a:ext cx="3383280" cy="45720"/>
          </a:xfrm>
          <a:prstGeom prst="rect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24963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Compétence durable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75320" y="28803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Autonomie PM / CP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3200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2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Tu sors avec une méthode réutilisable sur tes prochains projets. Pas verrouillée à un outil propriétaire.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Timing Pulse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0312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(mesuré sur git, écarts &gt; 1h entre commits exclus comme pauses)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554480" y="5394960"/>
            <a:ext cx="9052560" cy="0"/>
          </a:xfrm>
          <a:prstGeom prst="line">
            <a:avLst/>
          </a:prstGeom>
          <a:noFill/>
          <a:ln w="25400">
            <a:solidFill>
              <a:srgbClr val="ECD9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5257800"/>
            <a:ext cx="274320" cy="27432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~1h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18288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POC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8288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(le core tourne end-to-end)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0" y="5257800"/>
            <a:ext cx="274320" cy="27432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~3h30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70916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MVP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0916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(prêt pour de vrais users)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469880" y="5257800"/>
            <a:ext cx="274320" cy="27432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1F121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9760" y="46177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~12h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23544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Produit actuel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23544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(sur 4 jours calendaires)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0"/>
            <a:ext cx="12161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F121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Questions ?</a:t>
            </a:r>
            <a:endParaRPr lang="en-US" sz="8000" dirty="0"/>
          </a:p>
        </p:txBody>
      </p:sp>
      <p:sp>
        <p:nvSpPr>
          <p:cNvPr id="3" name="Shape 1"/>
          <p:cNvSpPr/>
          <p:nvPr/>
        </p:nvSpPr>
        <p:spPr>
          <a:xfrm>
            <a:off x="5715000" y="4023360"/>
            <a:ext cx="73152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438912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555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github.com/VincentG32/pulse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5852160"/>
            <a:ext cx="1216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9A888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Vincent Granouillit · La Capsule · Mai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 — Présentation finale</dc:title>
  <dc:subject>PptxGenJS Presentation</dc:subject>
  <dc:creator>Vincent Granouillit</dc:creator>
  <cp:lastModifiedBy>Vincent Granouillit</cp:lastModifiedBy>
  <cp:revision>1</cp:revision>
  <dcterms:created xsi:type="dcterms:W3CDTF">2026-05-12T21:15:22Z</dcterms:created>
  <dcterms:modified xsi:type="dcterms:W3CDTF">2026-05-12T21:15:22Z</dcterms:modified>
</cp:coreProperties>
</file>